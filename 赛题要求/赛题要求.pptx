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c516326e1a4549" /><Relationship Type="http://schemas.openxmlformats.org/officeDocument/2006/relationships/extended-properties" Target="/docProps/app.xml" Id="Ra13fb2fe0e804092" /><Relationship Type="http://schemas.openxmlformats.org/officeDocument/2006/relationships/officeDocument" Target="/ppt/presentation.xml" Id="R49fc62bcee79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7495ff9a764eb7"/>
  </p:sldMasterIdLst>
  <p:notesMasterIdLst>
    <p:notesMasterId xmlns:r="http://schemas.openxmlformats.org/officeDocument/2006/relationships" r:id="R0702952dfa17473f"/>
  </p:notesMasterIdLst>
  <p:sldIdLst>
    <p:sldId xmlns:r="http://schemas.openxmlformats.org/officeDocument/2006/relationships" id="256" r:id="Rb4fa0e4ae977491e"/>
    <p:sldId xmlns:r="http://schemas.openxmlformats.org/officeDocument/2006/relationships" id="257" r:id="Ra6936b3f40714495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08a9d7def4c1c" /><Relationship Type="http://schemas.openxmlformats.org/officeDocument/2006/relationships/slideMaster" Target="/ppt/slideMasters/slideMaster1.xml" Id="R307495ff9a764eb7" /><Relationship Type="http://schemas.openxmlformats.org/officeDocument/2006/relationships/notesMaster" Target="/ppt/notesMasters/notesMaster1.xml" Id="R0702952dfa17473f" /><Relationship Type="http://schemas.openxmlformats.org/officeDocument/2006/relationships/presProps" Target="/ppt/presProps.xml" Id="R16b6d9eb78814ae2" /><Relationship Type="http://schemas.openxmlformats.org/officeDocument/2006/relationships/tableStyles" Target="/ppt/tableStyles.xml" Id="Rdf4c3988935d4c77" /><Relationship Type="http://schemas.openxmlformats.org/officeDocument/2006/relationships/slide" Target="/ppt/slides/slide1.xml" Id="Rb4fa0e4ae977491e" /><Relationship Type="http://schemas.openxmlformats.org/officeDocument/2006/relationships/slide" Target="/ppt/slides/slide2.xml" Id="Ra6936b3f407144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91d5d7ed7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e95a60f9d64f36" /><Relationship Type="http://schemas.openxmlformats.org/officeDocument/2006/relationships/notesMaster" Target="/ppt/notesMasters/notesMaster1.xml" Id="Ra238220076a14f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1fbcd454694d86" /><Relationship Type="http://schemas.openxmlformats.org/officeDocument/2006/relationships/notesMaster" Target="/ppt/notesMasters/notesMaster1.xml" Id="R2960b3df4b3b4c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来源：2025年第7届电赛校赛初赛题目.pdf；本页按原始页面完整转换。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来源：2025年第7届电赛校赛初赛题目.pdf；本页按原始页面完整转换。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ce365e14ea4e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871aaef5f4015" /><Relationship Type="http://schemas.openxmlformats.org/officeDocument/2006/relationships/slideLayout" Target="/ppt/slideLayouts/slideLayout1.xml" Id="R42f8fe1665c441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8fe1665c441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e50c34af44481" /><Relationship Type="http://schemas.openxmlformats.org/officeDocument/2006/relationships/image" Target="/ppt/media/image.png" Id="R014b81ab759a48e6" /><Relationship Type="http://schemas.openxmlformats.org/officeDocument/2006/relationships/notesSlide" Target="/ppt/notesSlides/notesSlide1.xml" Id="R4d65ee97cc9f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c294dc68b4304" /><Relationship Type="http://schemas.openxmlformats.org/officeDocument/2006/relationships/image" Target="/ppt/media/image2.png" Id="Rca1b3b292edd4cd3" /><Relationship Type="http://schemas.openxmlformats.org/officeDocument/2006/relationships/notesSlide" Target="/ppt/notesSlides/notesSlide2.xml" Id="Re3554cfcbe2d4c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b81ab759a48e6"/>
          <a:stretch xmlns:a="http://schemas.openxmlformats.org/drawingml/2006/main"/>
        </p:blipFill>
        <p:spPr>
          <a:xfrm xmlns:a="http://schemas.openxmlformats.org/drawingml/2006/main">
            <a:off x="0" y="2485"/>
            <a:ext cx="7562850" cy="106916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87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b3b292edd4cd3"/>
          <a:stretch xmlns:a="http://schemas.openxmlformats.org/drawingml/2006/main"/>
        </p:blipFill>
        <p:spPr>
          <a:xfrm xmlns:a="http://schemas.openxmlformats.org/drawingml/2006/main">
            <a:off x="0" y="2485"/>
            <a:ext cx="7562850" cy="106916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56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2026-09-20T15:40:57.4560000Z</dcterms:created>
  <dcterms:modified xsi:type="dcterms:W3CDTF">2026-09-20T15:40:57.4560000Z</dcterms:modified>
</coreProperties>
</file>